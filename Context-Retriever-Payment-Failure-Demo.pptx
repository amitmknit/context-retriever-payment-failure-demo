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7" d="100"/>
          <a:sy n="167" d="100"/>
        </p:scale>
        <p:origin x="2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23068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44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34747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Redis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84048" y="14173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Redis Context Retriever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84048" y="23317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End-to-end: resolving a payment failure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84048" y="3246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Amit Malik, Redis Solutions Architect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84048" y="477316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FFFFFF">
                    <a:alpha val="6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© 2026 Redis Ltd. All rights reserved.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37744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91A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problem: the context layer breaks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84048" y="7132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70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agents fail in production even when the LLM reasoning is sound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4048" y="1115568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91A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Production agents fail not because the model is wrong, but because the context layer breaks. Enterprise data is fragmented across systems, and teams patch this with text-to-SQL, OpenAPI-to-MCP wrappers, or hand-built tools per agent.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384048" y="14447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91A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That patchwork creates three recurring problems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719072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buSzPct val="100000"/>
              <a:buChar char="•"/>
            </a:pPr>
            <a:r>
              <a:rPr lang="en-US" sz="1150" dirty="0">
                <a:solidFill>
                  <a:srgbClr val="091A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“Tool zoo” sprawl — a new hand-built tool for every agent, every data source</a:t>
            </a:r>
            <a:endParaRPr lang="en-US" sz="1150" dirty="0"/>
          </a:p>
          <a:p>
            <a:pPr marL="228600" indent="-228600">
              <a:buSzPct val="100000"/>
              <a:buChar char="•"/>
            </a:pPr>
            <a:r>
              <a:rPr lang="en-US" sz="1150" dirty="0">
                <a:solidFill>
                  <a:srgbClr val="091A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SQL injection / risk surface — agents that generate or execute SQL directly against production data</a:t>
            </a:r>
            <a:endParaRPr lang="en-US" sz="1150" dirty="0"/>
          </a:p>
          <a:p>
            <a:pPr marL="228600" indent="-228600">
              <a:buSzPct val="100000"/>
              <a:buChar char="•"/>
            </a:pPr>
            <a:r>
              <a:rPr lang="en-US" sz="1150" dirty="0">
                <a:solidFill>
                  <a:srgbClr val="091A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Agents that can't reliably choose the right path — too many similar tools, no governed structure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84048" y="2679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91A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contrast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" y="2953512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91A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Context Retriever gives agents a governed, schema-first surface they traverse safely — instead of guessing at SQL or calling a database directly.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56032" y="473659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443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Redis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475488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C70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© 2026 Redis Ltd. All rights reserved.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8778240" y="477316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C70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1A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37744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Context Retriever actually 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84048" y="7132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9C2C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Model once, generate everywhere — the mechanics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93192" y="1170432"/>
            <a:ext cx="2651760" cy="3291840"/>
          </a:xfrm>
          <a:prstGeom prst="rect">
            <a:avLst/>
          </a:prstGeom>
          <a:solidFill>
            <a:srgbClr val="163341"/>
          </a:solidFill>
          <a:ln w="12700">
            <a:solidFill>
              <a:srgbClr val="DCFF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39496" y="1335024"/>
            <a:ext cx="109728" cy="109728"/>
          </a:xfrm>
          <a:prstGeom prst="ellipse">
            <a:avLst/>
          </a:prstGeom>
          <a:solidFill>
            <a:srgbClr val="DCFF1E"/>
          </a:solidFill>
          <a:ln w="12700">
            <a:solidFill>
              <a:srgbClr val="DCFF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298448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DCFF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1. MODEL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39496" y="1591056"/>
            <a:ext cx="235915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Define entities, fields, and relationships once — via Python ContextModel classes, the ctxctl CLI, or the Cloud console UI. This is the only hand-authored artifact in the system.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46120" y="1170432"/>
            <a:ext cx="2651760" cy="3291840"/>
          </a:xfrm>
          <a:prstGeom prst="rect">
            <a:avLst/>
          </a:prstGeom>
          <a:solidFill>
            <a:srgbClr val="163341"/>
          </a:solidFill>
          <a:ln w="12700">
            <a:solidFill>
              <a:srgbClr val="DCFF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392424" y="1335024"/>
            <a:ext cx="109728" cy="109728"/>
          </a:xfrm>
          <a:prstGeom prst="ellipse">
            <a:avLst/>
          </a:prstGeom>
          <a:solidFill>
            <a:srgbClr val="DCFF1E"/>
          </a:solidFill>
          <a:ln w="12700">
            <a:solidFill>
              <a:srgbClr val="DCFF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538728" y="1298448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DCFF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2. GENERATE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392424" y="1591056"/>
            <a:ext cx="235915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Context Retriever auto-generates a full MCP tool surface from that model: per-entity lookup/filter/search/count/summarize tools, plus relationship-traversal tools. Zero hand-written tool code.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99048" y="1170432"/>
            <a:ext cx="2651760" cy="3291840"/>
          </a:xfrm>
          <a:prstGeom prst="rect">
            <a:avLst/>
          </a:prstGeom>
          <a:solidFill>
            <a:srgbClr val="163341"/>
          </a:solidFill>
          <a:ln w="12700">
            <a:solidFill>
              <a:srgbClr val="DCFF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245352" y="1335024"/>
            <a:ext cx="109728" cy="109728"/>
          </a:xfrm>
          <a:prstGeom prst="ellipse">
            <a:avLst/>
          </a:prstGeom>
          <a:solidFill>
            <a:srgbClr val="DCFF1E"/>
          </a:solidFill>
          <a:ln w="12700">
            <a:solidFill>
              <a:srgbClr val="DCFF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91656" y="1298448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DCFF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3. INVOKE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245352" y="1591056"/>
            <a:ext cx="235915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Agents call the generated tools at runtime instead of writing SQL or touching Redis directly. Two key roles: admin keys provision (create/update the model); agent keys only invoke tools that already exist.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56032" y="473659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443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Redis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475488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C70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© 2026 Redis Ltd. All rights reserved.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8778240" y="477316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C70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37744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91A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Our demo domain: payment failure resolution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84048" y="69494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0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 entities, 7 declared relationships — modeled once for this walkthrough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1783080" cy="777240"/>
          </a:xfrm>
          <a:prstGeom prst="rect">
            <a:avLst/>
          </a:prstGeom>
          <a:solidFill>
            <a:srgbClr val="091A23"/>
          </a:solidFill>
          <a:ln w="15875">
            <a:solidFill>
              <a:srgbClr val="FF44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93192" y="1289304"/>
            <a:ext cx="1636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FF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Customer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93192" y="1527048"/>
            <a:ext cx="163677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id, email, tier, city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423160" y="1234440"/>
            <a:ext cx="1783080" cy="777240"/>
          </a:xfrm>
          <a:prstGeom prst="rect">
            <a:avLst/>
          </a:prstGeom>
          <a:solidFill>
            <a:srgbClr val="091A23"/>
          </a:solidFill>
          <a:ln w="15875">
            <a:solidFill>
              <a:srgbClr val="FF44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496312" y="1289304"/>
            <a:ext cx="1636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FF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PaymentMethod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96312" y="1527048"/>
            <a:ext cx="163677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id, customer_id, type, status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26280" y="1234440"/>
            <a:ext cx="1783080" cy="777240"/>
          </a:xfrm>
          <a:prstGeom prst="rect">
            <a:avLst/>
          </a:prstGeom>
          <a:solidFill>
            <a:srgbClr val="091A23"/>
          </a:solidFill>
          <a:ln w="15875">
            <a:solidFill>
              <a:srgbClr val="FF44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99432" y="1289304"/>
            <a:ext cx="1636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FF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Transaction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99432" y="1527048"/>
            <a:ext cx="163677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id, customer_id,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payment_method_id, status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629400" y="1234440"/>
            <a:ext cx="1783080" cy="777240"/>
          </a:xfrm>
          <a:prstGeom prst="rect">
            <a:avLst/>
          </a:prstGeom>
          <a:solidFill>
            <a:srgbClr val="091A23"/>
          </a:solidFill>
          <a:ln w="15875">
            <a:solidFill>
              <a:srgbClr val="FF44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702552" y="1289304"/>
            <a:ext cx="1636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FF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PaymentFailureEvent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702552" y="1527048"/>
            <a:ext cx="163677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id, transaction_id,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failure_code, gateway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26280" y="3246120"/>
            <a:ext cx="1783080" cy="777240"/>
          </a:xfrm>
          <a:prstGeom prst="rect">
            <a:avLst/>
          </a:prstGeom>
          <a:solidFill>
            <a:srgbClr val="091A23"/>
          </a:solidFill>
          <a:ln w="15875">
            <a:solidFill>
              <a:srgbClr val="FF44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99432" y="3300984"/>
            <a:ext cx="1636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FF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SupportTicket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99432" y="3538728"/>
            <a:ext cx="163677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id, customer_id,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transaction_id, status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103120" y="1618488"/>
            <a:ext cx="320040" cy="0"/>
          </a:xfrm>
          <a:prstGeom prst="line">
            <a:avLst/>
          </a:prstGeom>
          <a:noFill/>
          <a:ln w="19050">
            <a:solidFill>
              <a:srgbClr val="FF4438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206240" y="1618488"/>
            <a:ext cx="320040" cy="0"/>
          </a:xfrm>
          <a:prstGeom prst="line">
            <a:avLst/>
          </a:prstGeom>
          <a:noFill/>
          <a:ln w="19050">
            <a:solidFill>
              <a:srgbClr val="FF4438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309360" y="1618488"/>
            <a:ext cx="320040" cy="0"/>
          </a:xfrm>
          <a:prstGeom prst="line">
            <a:avLst/>
          </a:prstGeom>
          <a:noFill/>
          <a:ln w="19050">
            <a:solidFill>
              <a:srgbClr val="FF4438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413248" y="2011680"/>
            <a:ext cx="0" cy="1234440"/>
          </a:xfrm>
          <a:prstGeom prst="line">
            <a:avLst/>
          </a:prstGeom>
          <a:noFill/>
          <a:ln w="19050">
            <a:solidFill>
              <a:srgbClr val="FF4438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207008" y="2011680"/>
            <a:ext cx="0" cy="1618488"/>
          </a:xfrm>
          <a:prstGeom prst="line">
            <a:avLst/>
          </a:prstGeom>
          <a:noFill/>
          <a:ln w="19050">
            <a:solidFill>
              <a:srgbClr val="FF4438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207008" y="3630168"/>
            <a:ext cx="3319272" cy="0"/>
          </a:xfrm>
          <a:prstGeom prst="line">
            <a:avLst/>
          </a:prstGeom>
          <a:noFill/>
          <a:ln w="19050">
            <a:solidFill>
              <a:srgbClr val="FF4438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84048" y="41605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0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Customer 1:N PaymentMethod   •   Customer 1:N Transaction   •   Customer 1:N SupportTicket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C70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PaymentMethod 1:N Transaction   •   Transaction 1:1 PaymentFailureEvent   •   Transaction 1:N SupportTicket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56032" y="473659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443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Redis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05840" y="475488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C70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© 2026 Redis Ltd. All rights reserved.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8778240" y="477316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C70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37744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91A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Field &amp; index detail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84048" y="69494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0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Every field's Redis index type, since that's what determines which generated tools exist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1078992"/>
          <a:ext cx="8412480" cy="196596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Entity</a:t>
                      </a:r>
                      <a:endParaRPr lang="en-US" sz="10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Key fields</a:t>
                      </a:r>
                      <a:endParaRPr lang="en-US" sz="10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Index types used</a:t>
                      </a:r>
                      <a:endParaRPr lang="en-US" sz="10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4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91A23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Customer</a:t>
                      </a:r>
                      <a:endParaRPr lang="en-US" sz="9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91A23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id, email, tier, city</a:t>
                      </a:r>
                      <a:endParaRPr lang="en-US" sz="9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91A23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key, text, tag, tag</a:t>
                      </a:r>
                      <a:endParaRPr lang="en-US" sz="9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91A23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PaymentMethod</a:t>
                      </a:r>
                      <a:endParaRPr lang="en-US" sz="9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91A23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id, customer_id (FK), type, last4, status</a:t>
                      </a:r>
                      <a:endParaRPr lang="en-US" sz="9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91A23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key, tag(FK), tag, text, tag</a:t>
                      </a:r>
                      <a:endParaRPr lang="en-US" sz="9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91A23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Transaction</a:t>
                      </a:r>
                      <a:endParaRPr lang="en-US" sz="9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91A23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id, customer_id (FK), payment_method_id (FK), amount, currency, status, created_at</a:t>
                      </a:r>
                      <a:endParaRPr lang="en-US" sz="9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91A23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key, tag(FK), tag(FK), numeric, tag, tag, numeric</a:t>
                      </a:r>
                      <a:endParaRPr lang="en-US" sz="9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91A23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PaymentFailureEvent</a:t>
                      </a:r>
                      <a:endParaRPr lang="en-US" sz="9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91A23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id, transaction_id (FK), customer_id (FK), failure_code, failure_reason, gateway, retry_count, occurred_at</a:t>
                      </a:r>
                      <a:endParaRPr lang="en-US" sz="9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91A23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key, tag(FK), tag(FK), tag, text, tag, numeric, numeric</a:t>
                      </a:r>
                      <a:endParaRPr lang="en-US" sz="9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91A23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SupportTicket</a:t>
                      </a:r>
                      <a:endParaRPr lang="en-US" sz="9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91A23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id, customer_id (FK), transaction_id (FK), status, priority, opened_at</a:t>
                      </a:r>
                      <a:endParaRPr lang="en-US" sz="9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91A23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key, tag(FK), tag(FK), tag, tag, numeric</a:t>
                      </a:r>
                      <a:endParaRPr lang="en-US" sz="9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56032" y="473659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443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Redis</a:t>
            </a:r>
            <a:endParaRPr lang="en-US" sz="1100" dirty="0"/>
          </a:p>
        </p:txBody>
      </p:sp>
      <p:sp>
        <p:nvSpPr>
          <p:cNvPr id="4" name="Text 3"/>
          <p:cNvSpPr/>
          <p:nvPr/>
        </p:nvSpPr>
        <p:spPr>
          <a:xfrm>
            <a:off x="1005840" y="475488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C70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© 2026 Redis Ltd. All rights reserved.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8778240" y="477316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C70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1A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37744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How it's declared in code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84048" y="7132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9C2C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ContextModel / ContextField / ContextRelationship — the only hand-authored artifact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8138160" cy="3429000"/>
          </a:xfrm>
          <a:prstGeom prst="rect">
            <a:avLst/>
          </a:prstGeom>
          <a:solidFill>
            <a:srgbClr val="0D1B22"/>
          </a:solidFill>
          <a:ln w="12700">
            <a:solidFill>
              <a:srgbClr val="DCFF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207008"/>
            <a:ext cx="7772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80D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class Transaction(ContextModel):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   __redis_key_template__ = "transaction:{id}"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   id: str = ContextField(description="Transaction ID", is_key_component=True)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   customer_id: str = ContextField(description="Customer ID", index="tag")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   status: str = ContextField(index="tag", allowed_values=["succeeded","failed","pending"])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   amount: float = ContextField(index="numeric")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DCFF1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   customer: Any = ContextRelationship(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DCFF1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       description="Customer who made this transaction",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DCFF1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       target="Customer", source_field="customer_id",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DCFF1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   )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56032" y="473659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443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Redis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475488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C70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© 2026 Redis Ltd. All rights reserved.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8778240" y="477316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C70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37744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91A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Callout: relationships are not free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84048" y="7132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70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We tested this live before trusting it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4048" y="1115568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91A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Relationships are NOT auto-inferred from field naming. A tag field named customer_id does not automatically create a relationship to Customer just because the name matches — we verified this by exporting the data model with only field-naming conventions in place and getting zero relationships back.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384048" y="159105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91A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actually works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719072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buSzPct val="100000"/>
              <a:buChar char="•"/>
            </a:pPr>
            <a:r>
              <a:rPr lang="en-US" sz="1150" dirty="0">
                <a:solidFill>
                  <a:srgbClr val="091A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Each relationship must be explicitly declared with ContextRelationship(target=..., source_field=...)</a:t>
            </a:r>
            <a:endParaRPr lang="en-US" sz="1150" dirty="0"/>
          </a:p>
          <a:p>
            <a:pPr marL="228600" indent="-228600">
              <a:buSzPct val="100000"/>
              <a:buChar char="•"/>
            </a:pPr>
            <a:r>
              <a:rPr lang="en-US" sz="1150" dirty="0">
                <a:solidFill>
                  <a:srgbClr val="091A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Confirmed against the bundled context_surfaces/examples/reddish_models.py reference file</a:t>
            </a:r>
            <a:endParaRPr lang="en-US" sz="1150" dirty="0"/>
          </a:p>
          <a:p>
            <a:pPr marL="228600" indent="-228600">
              <a:buSzPct val="100000"/>
              <a:buChar char="•"/>
            </a:pPr>
            <a:r>
              <a:rPr lang="en-US" sz="1150" dirty="0">
                <a:solidFill>
                  <a:srgbClr val="091A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Our models.py was fixed accordingly and re-verified via export_data_model before touching the live surface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56032" y="473659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443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Redis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475488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C70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© 2026 Redis Ltd. All rights reserved.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8778240" y="477316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C70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37744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91A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actually got generated — before vs. after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84048" y="69494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0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Real tool counts from the live surface, captured before and after applying the model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1078992"/>
          <a:ext cx="8412480" cy="185928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Before (bare Customer)</a:t>
                      </a:r>
                      <a:endParaRPr lang="en-US" sz="10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After (5-entity model)</a:t>
                      </a:r>
                      <a:endParaRPr lang="en-US" sz="10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4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91A23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Entities modeled</a:t>
                      </a:r>
                      <a:endParaRPr lang="en-US" sz="9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91A23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1 (Customer, id only)</a:t>
                      </a:r>
                      <a:endParaRPr lang="en-US" sz="9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91A23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5 (Customer, PaymentMethod, Transaction, PaymentFailureEvent, SupportTicket)</a:t>
                      </a:r>
                      <a:endParaRPr lang="en-US" sz="9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91A23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Tools exposed</a:t>
                      </a:r>
                      <a:endParaRPr lang="en-US" sz="9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91A23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5 generic tools</a:t>
                      </a:r>
                      <a:endParaRPr lang="en-US" sz="9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91A23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28 tools</a:t>
                      </a:r>
                      <a:endParaRPr lang="en-US" sz="9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91A23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Tool types</a:t>
                      </a:r>
                      <a:endParaRPr lang="en-US" sz="9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91A23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get_customer_by_id + set-algebra only</a:t>
                      </a:r>
                      <a:endParaRPr lang="en-US" sz="9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91A23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get_*_by_id, filter_*, search_*_by_text, count_*, summarize_*, list_* for all 5 entities</a:t>
                      </a:r>
                      <a:endParaRPr lang="en-US" sz="9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91A23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Relationships</a:t>
                      </a:r>
                      <a:endParaRPr lang="en-US" sz="9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91A23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“this data model declares none”</a:t>
                      </a:r>
                      <a:endParaRPr lang="en-US" sz="9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91A23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7 real hops surfaced through expand_results</a:t>
                      </a:r>
                      <a:endParaRPr lang="en-US" sz="9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91A23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Hand-written tool code</a:t>
                      </a:r>
                      <a:endParaRPr lang="en-US" sz="9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91A23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n/a</a:t>
                      </a:r>
                      <a:endParaRPr lang="en-US" sz="9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91A23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Zero</a:t>
                      </a:r>
                      <a:endParaRPr lang="en-US" sz="9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56032" y="473659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443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Redis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005840" y="475488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C70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© 2026 Redis Ltd. All rights reserved.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8778240" y="477316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C70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1A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37744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relationship hops, verbatim from the live API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84048" y="7132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9C2C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expand_results tool schema, after the model update — not paraphrased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8138160" cy="3429000"/>
          </a:xfrm>
          <a:prstGeom prst="rect">
            <a:avLst/>
          </a:prstGeom>
          <a:solidFill>
            <a:srgbClr val="0D1B22"/>
          </a:solidFill>
          <a:ln w="12700">
            <a:solidFill>
              <a:srgbClr val="DCFF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207008"/>
            <a:ext cx="7772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"description": "Relationship to follow. Declared hops: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80D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on a PaymentMethod set, 'customer' gives Customer;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80D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on a Transaction set, 'customer' gives Customer;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80D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on a Transaction set, 'payment_method' gives PaymentMethod;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80D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on a PaymentFailureEvent set, 'transaction' gives Transaction;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80D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on a PaymentFailureEvent set, 'customer' gives Customer;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80D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on a SupportTicket set, 'customer' gives Customer;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80D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on a SupportTicket set, 'transaction' gives Transaction."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56032" y="473659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443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Redis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475488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C70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© 2026 Redis Ltd. All rights reserved.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8778240" y="477316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C70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37744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91A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data lives in Redis — as RedisJSON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84048" y="7132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70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Seeded through the documented ingestion path, then verified directly with redis-cli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111556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buSzPct val="100000"/>
              <a:buChar char="•"/>
            </a:pPr>
            <a:r>
              <a:rPr lang="en-US" sz="1150" dirty="0">
                <a:solidFill>
                  <a:srgbClr val="091A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22 records imported via UnifiedClient.import_data: 5 Customer, 5 PaymentMethod, 6 Transaction, 4 PaymentFailureEvent, 2 SupportTicket</a:t>
            </a:r>
            <a:endParaRPr lang="en-US" sz="1150" dirty="0"/>
          </a:p>
          <a:p>
            <a:pPr marL="228600" indent="-228600">
              <a:buSzPct val="100000"/>
              <a:buChar char="•"/>
            </a:pPr>
            <a:r>
              <a:rPr lang="en-US" sz="1150" dirty="0">
                <a:solidFill>
                  <a:srgbClr val="091A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import_data is the documented path — the package README explicitly warns against writing records directly to Redis unless you intend to manage the full storage/index contract yourself</a:t>
            </a:r>
            <a:endParaRPr lang="en-US" sz="1150" dirty="0"/>
          </a:p>
          <a:p>
            <a:pPr marL="228600" indent="-228600">
              <a:buSzPct val="100000"/>
              <a:buChar char="•"/>
            </a:pPr>
            <a:r>
              <a:rPr lang="en-US" sz="1150" dirty="0">
                <a:solidFill>
                  <a:srgbClr val="091A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Each entity is stored as a RedisJSON document at its declared key template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384048" y="2075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91A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Verified directly, not assumed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84048" y="2350008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91A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redis-cli TYPE payment_failure:pf_3 → ReJSON-RL.  redis-cli JSON.GET payment_failure:pf_3 returns the exact fields declared on PaymentFailureEvent.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56032" y="473659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443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Redis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475488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C70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© 2026 Redis Ltd. All rights reserved.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8778240" y="477316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C70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91A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128016" cy="128016"/>
          </a:xfrm>
          <a:prstGeom prst="ellipse">
            <a:avLst/>
          </a:prstGeom>
          <a:solidFill>
            <a:srgbClr val="DCFF1E"/>
          </a:solidFill>
          <a:ln w="12700">
            <a:solidFill>
              <a:srgbClr val="DCFF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85216" y="2743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CENTERPIECE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84048" y="5486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Resolving a real payment failure, live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56032" y="473659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443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Redis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" y="475488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C70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© 2026 Redis Ltd. All rights reserved.</a:t>
            </a:r>
            <a:endParaRPr lang="en-US" sz="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37744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91A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prompt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84048" y="7132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70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an agent given only these generated MCP tools — no SQL, no direct Redis access — was asked to resolve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4048" y="1115568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91A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“Customer 1042’s payment just failed — what happened and what should we do?”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384048" y="1444752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91A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Every step below is a generated MCP tool call the agent chose and chained itself. There is no hand-written orchestration code for this logic — the tool surface came entirely from the entity model.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56032" y="473659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443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Redis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475488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C70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© 2026 Redis Ltd. All rights reserved.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8778240" y="477316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C70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11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91A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37744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Steps 1–3: identify the customer and the failure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84048" y="7132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9C2C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Real tool calls and real responses from the live run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8138160" cy="3429000"/>
          </a:xfrm>
          <a:prstGeom prst="rect">
            <a:avLst/>
          </a:prstGeom>
          <a:solidFill>
            <a:srgbClr val="0D1B22"/>
          </a:solidFill>
          <a:ln w="12700">
            <a:solidFill>
              <a:srgbClr val="DCFF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207008"/>
            <a:ext cx="7772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DCFF1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→ get_customer_by_id(id="1042")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 Sofia Moreno · Madrid · tier: enterprise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DCFF1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→ filter_transaction(customer_id="1042")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 2 transactions, both status=failed, both €249,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 both on payment_method_id=pm_5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DCFF1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→ filter_paymentfailureevent(customer_id="1042")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 both failures: failure_code=card_expired,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 gateway=stripe, card pm_5 status=expired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56032" y="473659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443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Redis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475488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C70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© 2026 Redis Ltd. All rights reserved.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8778240" y="477316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C70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12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91A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37744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Steps 4–5: pattern check, duplicate check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84048" y="7132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9C2C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agent rules out a systemic incident and a duplicate before acting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8138160" cy="3429000"/>
          </a:xfrm>
          <a:prstGeom prst="rect">
            <a:avLst/>
          </a:prstGeom>
          <a:solidFill>
            <a:srgbClr val="0D1B22"/>
          </a:solidFill>
          <a:ln w="12700">
            <a:solidFill>
              <a:srgbClr val="DCFF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207008"/>
            <a:ext cx="7772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DCFF1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→ filter_paymentfailureevent(failure_code="card_expired")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 Same 2 records only — not a wider gateway incident,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 isolated to this customer's expired card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DCFF1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→ filter_supportticket(customer_id="1042")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 0 open tickets — no duplicate risk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F443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=== Answer ===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Expired card. Recurring, not one-off.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Isolated, not systemic. No duplicate ticket.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Correct action: prompt for a new card,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not a blind retry.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56032" y="473659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443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Redis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475488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C70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© 2026 Redis Ltd. All rights reserved.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8778240" y="477316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C70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13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37744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91A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Governance, as designed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84048" y="7132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70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Two key types, and a tag-based scoping mechanism on agent keys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111556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buSzPct val="100000"/>
              <a:buChar char="•"/>
            </a:pPr>
            <a:r>
              <a:rPr lang="en-US" sz="1150" dirty="0">
                <a:solidFill>
                  <a:srgbClr val="091A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Admin keys provision — they create and update the entity model on a surface</a:t>
            </a:r>
            <a:endParaRPr lang="en-US" sz="1150" dirty="0"/>
          </a:p>
          <a:p>
            <a:pPr marL="228600" indent="-228600">
              <a:buSzPct val="100000"/>
              <a:buChar char="•"/>
            </a:pPr>
            <a:r>
              <a:rPr lang="en-US" sz="1150" dirty="0">
                <a:solidFill>
                  <a:srgbClr val="091A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 keys only invoke tools that already exist — they cannot change the model</a:t>
            </a:r>
            <a:endParaRPr lang="en-US" sz="1150" dirty="0"/>
          </a:p>
          <a:p>
            <a:pPr marL="228600" indent="-228600">
              <a:buSzPct val="100000"/>
              <a:buChar char="•"/>
            </a:pPr>
            <a:r>
              <a:rPr lang="en-US" sz="1150" dirty="0">
                <a:solidFill>
                  <a:srgbClr val="091A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 keys can carry access_tags, e.g. {"team": ["fraud-ops"]}, described in the docs as governing multi-tenant / row-level filtering — what an agent is allowed to see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256032" y="473659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443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Redis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" y="475488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C70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© 2026 Redis Ltd. All rights reserved.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8778240" y="477316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C70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14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91A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128016" cy="128016"/>
          </a:xfrm>
          <a:prstGeom prst="ellipse">
            <a:avLst/>
          </a:prstGeom>
          <a:solidFill>
            <a:srgbClr val="DCFF1E"/>
          </a:solidFill>
          <a:ln w="12700">
            <a:solidFill>
              <a:srgbClr val="DCFF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85216" y="2743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TESTING LIVE VS. TRUSTING DOCS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84048" y="5486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we verified — and what we couldn't confirm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56032" y="473659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443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Redis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" y="475488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C70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© 2026 Redis Ltd. All rights reserved.</a:t>
            </a:r>
            <a:endParaRPr lang="en-US" sz="6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37744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91A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Access-tag governance did not filter results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84048" y="7132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70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Tested live against the actual service — reported plainly, not softened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4048" y="1115568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91A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We created a second agent key with access_tags={"tier": ["standard"]} and queried the enterprise-tier customer (1042) with it — both directly via get_customer_by_id and via filter_customer.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384048" y="14447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91A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Result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719072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buSzPct val="100000"/>
              <a:buChar char="•"/>
            </a:pPr>
            <a:r>
              <a:rPr lang="en-US" sz="1150" dirty="0">
                <a:solidFill>
                  <a:srgbClr val="091A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Both calls returned the restricted enterprise-tier customer, unfiltered</a:t>
            </a:r>
            <a:endParaRPr lang="en-US" sz="1150" dirty="0"/>
          </a:p>
          <a:p>
            <a:pPr marL="228600" indent="-228600">
              <a:buSzPct val="100000"/>
              <a:buChar char="•"/>
            </a:pPr>
            <a:r>
              <a:rPr lang="en-US" sz="1150" dirty="0">
                <a:solidFill>
                  <a:srgbClr val="091A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Access-tag enforcement did not work as documented, in this preview build, in this test</a:t>
            </a:r>
            <a:endParaRPr lang="en-US" sz="1150" dirty="0"/>
          </a:p>
          <a:p>
            <a:pPr marL="228600" indent="-228600">
              <a:buSzPct val="100000"/>
              <a:buChar char="•"/>
            </a:pPr>
            <a:r>
              <a:rPr lang="en-US" sz="1150" dirty="0">
                <a:solidFill>
                  <a:srgbClr val="091A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This needs following up with the Context Retriever team before relying on it for real governance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84048" y="2679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91A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this matters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" y="2953512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91A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This is the value of testing live rather than trusting docs alone — a governance claim that isn't verified against the real service is a claim, not a control.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56032" y="473659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443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Redis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475488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C70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© 2026 Redis Ltd. All rights reserved.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8778240" y="477316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C70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15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91A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37744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this matters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84048" y="7132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9C2C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one entity model bought us — and what still needs verifying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93192" y="1170432"/>
            <a:ext cx="2651760" cy="3291840"/>
          </a:xfrm>
          <a:prstGeom prst="rect">
            <a:avLst/>
          </a:prstGeom>
          <a:solidFill>
            <a:srgbClr val="163341"/>
          </a:solidFill>
          <a:ln w="12700">
            <a:solidFill>
              <a:srgbClr val="DCFF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39496" y="1335024"/>
            <a:ext cx="109728" cy="109728"/>
          </a:xfrm>
          <a:prstGeom prst="ellipse">
            <a:avLst/>
          </a:prstGeom>
          <a:solidFill>
            <a:srgbClr val="DCFF1E"/>
          </a:solidFill>
          <a:ln w="12700">
            <a:solidFill>
              <a:srgbClr val="DCFF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298448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DCFF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FEWER HAND-BUILT TOOLS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39496" y="1591056"/>
            <a:ext cx="235915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model definition replaced what would've been 5+ hand-built tools per agent — across 5 entities and 7 relationships.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46120" y="1170432"/>
            <a:ext cx="2651760" cy="3291840"/>
          </a:xfrm>
          <a:prstGeom prst="rect">
            <a:avLst/>
          </a:prstGeom>
          <a:solidFill>
            <a:srgbClr val="163341"/>
          </a:solidFill>
          <a:ln w="12700">
            <a:solidFill>
              <a:srgbClr val="DCFF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392424" y="1335024"/>
            <a:ext cx="109728" cy="109728"/>
          </a:xfrm>
          <a:prstGeom prst="ellipse">
            <a:avLst/>
          </a:prstGeom>
          <a:solidFill>
            <a:srgbClr val="DCFF1E"/>
          </a:solidFill>
          <a:ln w="12700">
            <a:solidFill>
              <a:srgbClr val="DCFF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538728" y="1298448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DCFF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GOVERNED SURFACE, LIVE DATA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392424" y="1591056"/>
            <a:ext cx="235915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Agents get a governed MCP surface instead of raw DB/SQL access, backed by live Redis data — not stale embeddings.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99048" y="1170432"/>
            <a:ext cx="2651760" cy="3291840"/>
          </a:xfrm>
          <a:prstGeom prst="rect">
            <a:avLst/>
          </a:prstGeom>
          <a:solidFill>
            <a:srgbClr val="163341"/>
          </a:solidFill>
          <a:ln w="12700">
            <a:solidFill>
              <a:srgbClr val="DCFF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245352" y="1335024"/>
            <a:ext cx="109728" cy="109728"/>
          </a:xfrm>
          <a:prstGeom prst="ellipse">
            <a:avLst/>
          </a:prstGeom>
          <a:solidFill>
            <a:srgbClr val="DCFF1E"/>
          </a:solidFill>
          <a:ln w="12700">
            <a:solidFill>
              <a:srgbClr val="DCFF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91656" y="1298448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DCFF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VERIFY, DON'T ASSUME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245352" y="1591056"/>
            <a:ext cx="235915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Access-control claims should be verified per-deployment, not assumed from docs — exactly as this run demonstrated.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56032" y="473659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443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Redis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475488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C70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© 2026 Redis Ltd. All rights reserved.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8778240" y="477316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C70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16</a:t>
            </a:r>
            <a:endParaRPr lang="en-US" sz="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37744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91A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84048" y="7132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70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Demo code and spec: /Users/amitmalik/Claude-Code/demo/context-retriever-payment-failure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1115568"/>
            <a:ext cx="8229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buSzPct val="100000"/>
              <a:buChar char="•"/>
            </a:pPr>
            <a:r>
              <a:rPr lang="en-US" sz="1150" dirty="0">
                <a:solidFill>
                  <a:srgbClr val="091A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Follow up with the Context Retriever team on access-tag enforcement in this preview build</a:t>
            </a:r>
            <a:endParaRPr lang="en-US" sz="1150" dirty="0"/>
          </a:p>
          <a:p>
            <a:pPr marL="228600" indent="-228600">
              <a:buSzPct val="100000"/>
              <a:buChar char="•"/>
            </a:pPr>
            <a:r>
              <a:rPr lang="en-US" sz="1150" dirty="0">
                <a:solidFill>
                  <a:srgbClr val="091A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Try the OAuth Identity Provider path (access_tag_claims) as an alternative governance mechanism</a:t>
            </a:r>
            <a:endParaRPr lang="en-US" sz="1150" dirty="0"/>
          </a:p>
          <a:p>
            <a:pPr marL="228600" indent="-228600">
              <a:buSzPct val="100000"/>
              <a:buChar char="•"/>
            </a:pPr>
            <a:r>
              <a:rPr lang="en-US" sz="1150" dirty="0">
                <a:solidFill>
                  <a:srgbClr val="091A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Expand the model with a Merchant/Order entity for a fuller payments domain</a:t>
            </a:r>
            <a:endParaRPr lang="en-US" sz="1150" dirty="0"/>
          </a:p>
          <a:p>
            <a:pPr marL="228600" indent="-228600">
              <a:buSzPct val="100000"/>
              <a:buChar char="•"/>
            </a:pPr>
            <a:r>
              <a:rPr lang="en-US" sz="1150" dirty="0">
                <a:solidFill>
                  <a:srgbClr val="091A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Wire this MCP endpoint into a real agent — e.g. Claude Code via `claude mcp add`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256032" y="473659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443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Redis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" y="475488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C70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© 2026 Redis Ltd. All rights reserved.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8778240" y="477316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C70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17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2127</Words>
  <Application>Microsoft Macintosh PowerPoint</Application>
  <PresentationFormat>On-screen Show (16:9)</PresentationFormat>
  <Paragraphs>249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Space Grotesk</vt:lpstr>
      <vt:lpstr>Space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Amit Kumar Malik</cp:lastModifiedBy>
  <cp:revision>2</cp:revision>
  <dcterms:created xsi:type="dcterms:W3CDTF">2026-09-10T09:26:35Z</dcterms:created>
  <dcterms:modified xsi:type="dcterms:W3CDTF">2026-09-23T07:19:46Z</dcterms:modified>
</cp:coreProperties>
</file>