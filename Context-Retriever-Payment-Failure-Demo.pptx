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4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474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84048" y="14173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 Context Retriever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84048" y="23317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Retriever + Agent Memory: resolving a payment failure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Amit Malik, Redis Solutions Architect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84048" y="477316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>
                    <a:alpha val="60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problem: the context layer breaks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agents fail in production even when the LLM reasoning is sound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 agents fail not because the model is wrong, but because the context layer breaks. Enterprise data is fragmented across systems, and teams patch this with text-to-SQL, OpenAPI-to-MCP wrappers, or hand-built tools per agent.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181508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That patchwork creates three recurring problems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2089404"/>
            <a:ext cx="82296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“Tool zoo” sprawl — a new hand-built tool for every agent, every data source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SQL injection / risk surface — agents that generate or execute SQL directly against production data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that can't reliably choose the right path — too many similar tools, no governed structure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4048" y="288036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contrast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3154680"/>
            <a:ext cx="8412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Retriever gives agents a governed, schema-first surface they traverse safely — instead of guessing at SQL or calling a database directly.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Context Retriever actually 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Model once, generate everywhere — the mechanics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93192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 MODEL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9496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Define entities, fields, and relationships once — via Python ContextModel classes, the ctxctl CLI, or the Cloud console UI. This is the only hand-authored artifact in the system.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92424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8728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2. GENERATE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92424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Retriever auto-generates a full MCP tool surface from that model: per-entity lookup/filter/search/count/summarize tools, plus relationship-traversal tools. Zero hand-written tool code.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9048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45352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1656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3. INVOKE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45352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call the generated tools at runtime instead of writing SQL or touching Redis directly. Two key roles: admin keys provision (create/update the model); agent keys only invoke tools that already exist.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the pieces fit together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4048" y="6949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planes, two key types. The agent never touches Redis directly.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377440" y="1097280"/>
            <a:ext cx="3931920" cy="1143000"/>
          </a:xfrm>
          <a:prstGeom prst="rect">
            <a:avLst/>
          </a:prstGeom>
          <a:solidFill>
            <a:srgbClr val="091A23"/>
          </a:solidFill>
          <a:ln w="19050">
            <a:solidFill>
              <a:srgbClr val="DCFF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05456" y="1188720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Retriever service — control plane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505456" y="1463040"/>
            <a:ext cx="3675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Stores the schema (entities, fields, relationships)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Auto-generates the MCP tools from it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377440" y="2514600"/>
            <a:ext cx="3931920" cy="1097280"/>
          </a:xfrm>
          <a:prstGeom prst="rect">
            <a:avLst/>
          </a:prstGeom>
          <a:solidFill>
            <a:srgbClr val="091A23"/>
          </a:solidFill>
          <a:ln w="19050">
            <a:solidFill>
              <a:srgbClr val="80D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05456" y="2606040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DB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MCP endpoint — HTTPS, JSON-RPC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05456" y="288036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get_*_by_id · filter_* · search_*_by_text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count_* · summarize_* · expand_results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377440" y="3886200"/>
            <a:ext cx="3931920" cy="777240"/>
          </a:xfrm>
          <a:prstGeom prst="rect">
            <a:avLst/>
          </a:prstGeom>
          <a:solidFill>
            <a:srgbClr val="091A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05456" y="3977640"/>
            <a:ext cx="3675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/ program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5456" y="4251960"/>
            <a:ext cx="3675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Claude, a custom loop, or this demo's script —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difference to the API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766560" y="2514600"/>
            <a:ext cx="2011680" cy="1097280"/>
          </a:xfrm>
          <a:prstGeom prst="rect">
            <a:avLst/>
          </a:prstGeom>
          <a:solidFill>
            <a:srgbClr val="091A23"/>
          </a:solidFill>
          <a:ln w="19050">
            <a:solidFill>
              <a:srgbClr val="FF44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94576" y="260604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94576" y="2880360"/>
            <a:ext cx="175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RedisJSON docs at your key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templates, plus the memory store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343400" y="2240280"/>
            <a:ext cx="0" cy="274320"/>
          </a:xfrm>
          <a:prstGeom prst="line">
            <a:avLst/>
          </a:prstGeom>
          <a:noFill/>
          <a:ln w="15875">
            <a:solidFill>
              <a:srgbClr val="FF4438"/>
            </a:solidFill>
            <a:prstDash val="solid"/>
            <a:tailEnd type="arrow"/>
          </a:ln>
        </p:spPr>
      </p:sp>
      <p:sp>
        <p:nvSpPr>
          <p:cNvPr id="17" name="Shape 15"/>
          <p:cNvSpPr/>
          <p:nvPr/>
        </p:nvSpPr>
        <p:spPr>
          <a:xfrm>
            <a:off x="4343400" y="3611880"/>
            <a:ext cx="0" cy="274320"/>
          </a:xfrm>
          <a:prstGeom prst="line">
            <a:avLst/>
          </a:prstGeom>
          <a:noFill/>
          <a:ln w="15875">
            <a:solidFill>
              <a:srgbClr val="FF4438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6309360" y="2926080"/>
            <a:ext cx="457200" cy="0"/>
          </a:xfrm>
          <a:prstGeom prst="line">
            <a:avLst/>
          </a:prstGeom>
          <a:noFill/>
          <a:ln w="15875">
            <a:solidFill>
              <a:srgbClr val="FF4438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4480560" y="2249424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707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exposes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480560" y="362102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707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returns records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291072" y="265176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C707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queries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84048" y="1463040"/>
            <a:ext cx="1828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admin key
</a:t>
            </a:r>
            <a:pPr indent="0" marL="0">
              <a:buNone/>
            </a:pPr>
            <a:r>
              <a:rPr lang="en-US" sz="9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pushes the schema, once
(SDK, ctxctl, or console)
</a:t>
            </a:r>
            <a:pPr indent="0" marL="0">
              <a:buNone/>
            </a:pPr>
            <a:r>
              <a:rPr lang="en-US" sz="1000" b="1" dirty="0">
                <a:solidFill>
                  <a:srgbClr val="80DB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key
</a:t>
            </a:r>
            <a:pPr indent="0" marL="0">
              <a:buNone/>
            </a:pPr>
            <a:r>
              <a:rPr lang="en-US" sz="9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tools/list + tools/call,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constantly — cannot change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model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Our demo domain: payment failure resolution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4048" y="6949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 entities, 7 declared relationships — modeled once for this walkthrough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23444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3192" y="128930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93192" y="152704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email, tier, city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423160" y="123444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96312" y="128930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PaymentMethod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96312" y="152704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customer_id, type, status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26280" y="123444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28930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Transaction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99432" y="152704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customer_id,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payment_method_id, status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629400" y="123444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02552" y="128930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PaymentFailureEvent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02552" y="152704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transaction_id,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failure_code, gateway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26280" y="3246120"/>
            <a:ext cx="1783080" cy="777240"/>
          </a:xfrm>
          <a:prstGeom prst="rect">
            <a:avLst/>
          </a:prstGeom>
          <a:solidFill>
            <a:srgbClr val="091A23"/>
          </a:solidFill>
          <a:ln w="15875">
            <a:solidFill>
              <a:srgbClr val="FF44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9432" y="3300984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SupportTicket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99432" y="3538728"/>
            <a:ext cx="163677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id, customer_id,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transaction_id, status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103120" y="1618488"/>
            <a:ext cx="320040" cy="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4206240" y="1618488"/>
            <a:ext cx="320040" cy="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6309360" y="1618488"/>
            <a:ext cx="320040" cy="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5413248" y="2011680"/>
            <a:ext cx="0" cy="123444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1207008" y="2011680"/>
            <a:ext cx="0" cy="1618488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1207008" y="3630168"/>
            <a:ext cx="3319272" cy="0"/>
          </a:xfrm>
          <a:prstGeom prst="line">
            <a:avLst/>
          </a:prstGeom>
          <a:noFill/>
          <a:ln w="19050">
            <a:solidFill>
              <a:srgbClr val="FF4438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384048" y="41605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Customer 1:N PaymentMethod   •   Customer 1:N Transaction   •   Customer 1:N SupportTicket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PaymentMethod 1:N Transaction   •   Transaction 1:1 PaymentFailureEvent   •   Transaction 1:N SupportTicket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Field &amp; index detail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4048" y="6949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field's Redis index type, since that's what determines which generated tools exist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846320"/>
                <a:gridCol w="1828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Entity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 fields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Index types used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Customer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email, tier, city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text, tag, tag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PaymentMethod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customer_id (FK), type, last4, status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tag(FK), tag, text, tag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Transaction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customer_id (FK), payment_method_id (FK), amount, currency, status, created_at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tag(FK), tag(FK), numeric, tag, tag, numeric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PaymentFailureEvent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transaction_id (FK), customer_id (FK), failure_code, failure_reason, gateway, retry_count, occurred_at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tag(FK), tag(FK), tag, text, tag, numeric, numeric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SupportTicket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id, customer_id (FK), transaction_id (FK), status, priority, opened_at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key, tag(FK), tag(FK), tag, tag, numeric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it's declared in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ContextModel / ContextField / ContextRelationship — the only hand-authored artifact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3429000"/>
          </a:xfrm>
          <a:prstGeom prst="rect">
            <a:avLst/>
          </a:prstGeom>
          <a:solidFill>
            <a:srgbClr val="0D1B22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07008"/>
            <a:ext cx="7772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class Transaction(ContextModel):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__redis_key_template__ = "transaction:{id}"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id: str = ContextField(description="Transaction ID", is_key_component=True)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customer_id: str = ContextField(description="Customer ID", index="tag")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status: str = ContextField(index="tag", allowed_values=["succeeded","failed","pending"])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amount: float = ContextField(index="numeric")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customer: Any = ContextRelationship(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    description="Customer who made this transaction",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    target="Customer", source_field="customer_id",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  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Callout: relationships are not free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tested this live before trusting 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Relationships are NOT auto-inferred from field naming. A tag field named customer_id does not automatically create a relationship to Customer just because the name matches — we verified this by exporting the data model with only field-naming conventions in place and getting zero relationships back.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181508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actually works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2089404"/>
            <a:ext cx="82296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relationship must be explicitly declared with ContextRelationship(target=..., source_field=...)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Confirmed against the bundled context_surfaces/examples/reddish_models.py reference file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Our models.py was fixed accordingly and re-verified via export_data_model before touching the live surface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actually got generated — before vs. after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4048" y="6949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Real tool counts from the live surface, captured before and after applying the model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3291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Before (bare Customer)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After (5-entity model)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Entities modeled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 (Customer, id only)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5 (Customer, PaymentMethod, Transaction, PaymentFailureEvent, SupportTicket)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Tools exposed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5 generic tools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28 tools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Tool types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get_customer_by_id + set-algebra only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get_*_by_id, filter_*, search_*_by_text, count_*, summarize_*, list_* for all 5 entities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Relationships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“this data model declares none”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7 real hops surfaced through expand_results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Hand-written tool code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n/a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Zero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relationship hops, verbatim from the live API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expand_results tool schema, after the model update — not paraphrased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3429000"/>
          </a:xfrm>
          <a:prstGeom prst="rect">
            <a:avLst/>
          </a:prstGeom>
          <a:solidFill>
            <a:srgbClr val="0D1B22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07008"/>
            <a:ext cx="7772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"description": "Relationship to follow. Declared hops: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PaymentMethod set, 'customer' gives Customer;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Transaction set, 'customer' gives Customer;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Transaction set, 'payment_method' gives PaymentMethod;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PaymentFailureEvent set, 'transaction' gives Transaction;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PaymentFailureEvent set, 'customer' gives Customer;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SupportTicket set, 'customer' gives Customer;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80DB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on a SupportTicket set, 'transaction' gives Transaction."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data lives in Redis — as RedisJSON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Seeded through the documented ingestion path, then verified directly with redis-cli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229600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22 records imported via UnifiedClient.import_data: 5 Customer, 5 PaymentMethod, 6 Transaction, 4 PaymentFailureEvent, 2 SupportTicket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import_data is the documented path — the package README explicitly warns against writing records directly to Redis unless you intend to manage the full storage/index contract yourself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Each entity is stored as a RedisJSON document at its declared key template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2299716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Verified directly, not assumed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84048" y="2574036"/>
            <a:ext cx="8412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redis-cli TYPE payment_failure:pf_3 → ReJSON-RL.  redis-cli JSON.GET payment_failure:pf_3 returns the exact fields declared on PaymentFailureEvent.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28016" cy="128016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216" y="274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CENTERPIECE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4048" y="5486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Resolving a real payment failure, live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prompt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an agent given only these generated MCP tools — no SQL, no direct Redis access — was asked to resolve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“Customer 1042’s payment just failed — what happened and what should we do?”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1421892"/>
            <a:ext cx="8412480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step below is a generated MCP tool call — the whole tool surface came from the entity model, and nobody hand-wrote a tool or a query. The order of the calls in this build is scripted, not model-chosen; the slide after the walkthrough is precise about which is which.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12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Steps 1–3: identify the customer and the failure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Real tool calls and real responses from the live run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3429000"/>
          </a:xfrm>
          <a:prstGeom prst="rect">
            <a:avLst/>
          </a:prstGeom>
          <a:solidFill>
            <a:srgbClr val="0D1B22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07008"/>
            <a:ext cx="7772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get_customer_by_id(id="1042")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Sofia Moreno · Madrid · tier: enterprise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filter_transaction(customer_id="1042")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2 transactions, both status=failed, both €249,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both on payment_method_id=pm_5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filter_paymentfailureevent(customer_id="1042")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both failures: failure_code=card_expired,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gateway=stripe, card pm_5 status=expired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13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Steps 4–5: pattern check, duplicate check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Ruling out a systemic incident and a duplicate ticket before acting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3429000"/>
          </a:xfrm>
          <a:prstGeom prst="rect">
            <a:avLst/>
          </a:prstGeom>
          <a:solidFill>
            <a:srgbClr val="0D1B22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07008"/>
            <a:ext cx="7772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filter_paymentfailureevent(failure_code="card_expired")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Same 2 records only — not a wider gateway incident,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isolated to this customer's expired card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DCFF1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→ filter_supportticket(customer_id="1042")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 0 open tickets — no duplicate risk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443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=== Answer ===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Expired card. Recurring, not one-off.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Isolated, not systemic. No duplicate ticket.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Correct action: prompt for a new card,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not a blind retry.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drove those five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Be precise about this one — an engineer in the room will ask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generated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84048" y="1389888"/>
            <a:ext cx="8412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28 tools. Nobody hand-wrote a tool, a query, or a schema mapping — the entity model produced the entire surface, including the relationship traversals.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84048" y="18928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is scripted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2167128"/>
            <a:ext cx="8412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order of the five calls. In this build they are a fixed list in the demo code; no model decided them. The narration and the closing answer are written text, not generated.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84048" y="267004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Say this, not that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944368"/>
            <a:ext cx="82296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Accurate: "every tool it called was generated from the model — none were hand-built"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Overstated: "the agent chose and chained these calls itself" — not in this build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With a real LLM driving, the tool surface is identical; only the chooser changes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15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28016" cy="128016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216" y="274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ADDING MEMORY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4048" y="5486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context the data model cannot hold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memory, on top of Context Retriever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products, two different jobs — neither does the other's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93192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 RETRIEVER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9496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Answers "what is true right now, in your structured business data." It has no concept of a conversation, and no memory of the last one.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92424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8728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SESSION MEMORY (SHORT-TERM)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92424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turns of one conversation, in order. Cheap to write, no model on the write path, expires in about a day. Lets a human agent — or the bot — resume mid-thread.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9048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45352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1656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LONG-TERM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45352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Durable facts about the customer, vector-searchable across sessions. This is what makes the second call different from the first.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16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Telling the two tiers apart in Redis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4048" y="6949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 live from the keyspace — both tiers sit in the same database as your entities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37560"/>
                <a:gridCol w="33375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Short-term (session memory)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Long-term memory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Key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memory:&lt;storeId&gt;:session_memory:&lt;sessionId&gt;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memory:&lt;storeId&gt;:ltm:&lt;memoryId&gt;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Redis data type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ReJSON-RL — one JSON doc of ordered turns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hash — fields plus a text_vector embedding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TTL observed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~82,000 s  (~23 hours), refreshed per event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~31,532,000 s  (~365 days)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Searchable by vector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No embedding at all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Yes — the text_vector field is what makes recall work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17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Memory types: a per-store registry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4048" y="6949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a fixed enum — the SDK types memory_type as a plain string and the server validates per store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155448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Type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Registered here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Records present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What it is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semantic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yes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14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A durable standing fact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episodic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yes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39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Something that happened at a point in time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session_summary_view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yes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10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An LLM-written narrative of a whole session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message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yes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0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A raw turn kept verbatim — unused in this demo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procedural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no — 400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n/a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"not registered on this store"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18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End-to-end: one question, every call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84048" y="6949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"Customer 1042's payment just failed — what happened and what should we do?"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06240"/>
                <a:gridCol w="3291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Step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Context Retriever tool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Agent Memory write</a:t>
                      </a:r>
                      <a:endParaRPr lang="en-US" sz="10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43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get_customer_by_id(id=1042)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add_session_event ×2 (question + finding)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2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filter_transaction(customer_id=1042)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add_session_event ×1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3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filter_paymentfailureevent(customer_id=1042)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add_session_event ×1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4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filter_paymentfailureevent(failure_code=card_expired)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add_session_event ×1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5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filter_supportticket(customer_id=1042)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add_session_event ×1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Finish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— none —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add_session_event ×1 + bulk_create_long_term_memories ×2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Totals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5 tool calls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91A23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7 session events, 2 long-term records</a:t>
                      </a:r>
                      <a:endParaRPr lang="en-US" sz="9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19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 there an LLM in this demo?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Yes — but not where most people assume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in the orchestration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84048" y="1389888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Our code makes zero model calls. The five steps are a fixed list; the narration is written text.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84048" y="16962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But two models run inside Agent Memory, server-side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970532"/>
            <a:ext cx="8229600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Extraction and summarisation — we wrote 2 long-term records; the other 61 appeared on their own, in phrasing we never authored. That is an LLM, running on promotion.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Embeddings — every long-term record carries a text_vector; recall is vector similarity.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Both are Redis Cloud-managed. The data plane will not tell you which models; store_health reports feature health only.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84048" y="315468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changes if an LLM drives the agent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429000"/>
            <a:ext cx="822960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Tool choice becomes dynamic — it reads the 28 schemas and picks; three steps or nine, and possibly tools this script never calls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Recall moves to the front: search memory first, then decide whether Context Retriever is even needed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Cost and latency shift from 5 tool calls to roughly 6–10 inference round-trips plus tools, and runs stop being identical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Unchanged: the tool surface, the Redis data, the memory tiers, the key model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20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Governance, as designed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key types, and a tag-based scoping mechanism on agent keys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229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Admin keys provision — they create and update the entity model on a surface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keys only invoke tools that already exist — they cannot change the model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 keys can carry access_tags, e.g. {"team": ["fraud-ops"]}, described in the docs as governing multi-tenant / row-level filtering — what an agent is allowed to see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21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28016" cy="128016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216" y="2743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TESTING LIVE VS. TRUSTING DOCS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4048" y="5486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we verified — and what we couldn't confirm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Access-tag governance did not filter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Tested live against the actual service — reported plainly, not softened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created a second agent key with access_tags={"tier": ["standard"]} and queried the enterprise-tier customer (1042) with it — both directly via get_customer_by_id and via filter_customer.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161848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Result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92808"/>
            <a:ext cx="82296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Both calls returned the restricted enterprise-tier customer, unfiltered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Access-tag enforcement did not work as documented, in this preview build, in this test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needs following up with the Context Retriever team before relying on it for real governance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4048" y="268376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this matters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2958084"/>
            <a:ext cx="8412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This is the value of testing live rather than trusting docs alone — a governance claim that isn't verified against the real service is a claim, not a control.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22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more things testing turned 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 in Agent Memory, all worth disclosing before a customer hits them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documented similarity threshold returned nothing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84048" y="1389888"/>
            <a:ext cx="8412480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Docs suggest starting at 0.7. Against this store's real embeddings, 0.7 returned zero results for a plain-language query; 0.5 returned the expected records. Swept 0.7 → 0.5 → 0.3 → 0.0 to confirm. Tune per workload; never demo on the documented default untested.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84048" y="208940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Promotion is aggressive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" y="2363724"/>
            <a:ext cx="84124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five-turn conversation produced 42 auto-extracted memories, later 51, plus 10 whole-session summaries — against the 2 we wrote deliberately. Plan namespace and topic discipline before production volume, not after.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84048" y="28666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Default search silently omits session summaries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3140964"/>
            <a:ext cx="8412480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search filtered only by owner_id returned 53 records; adding an explicit memory_type list returned 63. The 10 missing were the session_summary_view records — arguably the most useful ones, since each is a coherent narrative rather than a fragment. An agent relying on default recall would never see them.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23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this is delivered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web UI so the demo is a product surface, not a terminal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229600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Six sections: live overview, entity model with a Redis-document inspector, the resolution walkthrough, a capability tour, the memory panels, and governance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figure and response is a live service call — no fixtures, and errors surface in the UI rather than failing silently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Credentials stay server-side; the browser only ever receives data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findings are interactive rather than described: drag the similarity threshold to 0.7 and watch recall go empty, and browse the store to see promotion volume for yourself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84048" y="26929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Run 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84048" y="2967228"/>
            <a:ext cx="84124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.venv/bin/python3 -m uvicorn webapp.server:app --port 8800  →  http://127.0.0.1:8800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24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2C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one entity model bought us — and what still needs verifying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93192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FEWER HAND-BUILT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9496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model definition produced 28 tools across 5 entities and 7 relationships. Nobody hand-wrote a tool, a query, or a schema mapping.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92424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8728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GOVERNED SURFACE, LIVE DATA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92424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Agents get a governed MCP surface instead of raw DB or SQL access, backed by live Redis — not a stale embedding snapshot. Memory makes the second conversation different from the first.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9048" y="1170432"/>
            <a:ext cx="2651760" cy="3291840"/>
          </a:xfrm>
          <a:prstGeom prst="rect">
            <a:avLst/>
          </a:prstGeom>
          <a:solidFill>
            <a:srgbClr val="163341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45352" y="1335024"/>
            <a:ext cx="109728" cy="109728"/>
          </a:xfrm>
          <a:prstGeom prst="ellipse">
            <a:avLst/>
          </a:prstGeom>
          <a:solidFill>
            <a:srgbClr val="DCFF1E"/>
          </a:solidFill>
          <a:ln w="12700">
            <a:solidFill>
              <a:srgbClr val="DCFF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1656" y="129844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CFF1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VERIFY, DON'T ASSUME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45352" y="1591056"/>
            <a:ext cx="23591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documented behaviours did not hold on this build — access tags, the default threshold, and default search coverage. Test each claim in your own deployment.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84048" y="7132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Code, spec and runbook: github.com/amitmknit/context-retriever-payment-failure-demo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111556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 items from this build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389888"/>
            <a:ext cx="82296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Access-tag enforcement — follow up with the Context Retriever team before relying on it as a boundary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Whether memory types can be registered per store beyond the four built-ins — the error message implies yes, but there is no documented path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84048" y="21808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Natural extensions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455164"/>
            <a:ext cx="8229600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Put a real LLM in the driver's seat — same tool surface, dynamic tool choice; keep the scripted flow alongside it for reliable live demos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Move recall to the front of the flow, so memory is consulted before Context Retriever is queried at all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Try the OAuth Identity Provider path (access_tag_claims) as an alternative governance mechanism</a:t>
            </a:r>
            <a:endParaRPr lang="en-US" sz="1150" dirty="0"/>
          </a:p>
          <a:p>
            <a:pPr marL="228600" indent="-228600">
              <a:buSzPct val="100000"/>
              <a:buChar char="•"/>
            </a:pPr>
            <a:r>
              <a:rPr lang="en-US" sz="1150" dirty="0">
                <a:solidFill>
                  <a:srgbClr val="091A23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Expand the model with a Merchant or Order entity, or repoint it at the customer's own schema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56032" y="473659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43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Redis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475488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© 2026 Redis Ltd. All rights reserved.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8778240" y="4773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C707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2026-09-23T10:40:10Z</dcterms:created>
  <dcterms:modified xsi:type="dcterms:W3CDTF">2026-09-23T10:40:10Z</dcterms:modified>
</cp:coreProperties>
</file>