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75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34"/>
    <p:restoredTop sz="94610"/>
  </p:normalViewPr>
  <p:slideViewPr>
    <p:cSldViewPr snapToGrid="0" snapToObjects="1">
      <p:cViewPr varScale="1">
        <p:scale>
          <a:sx n="167" d="100"/>
          <a:sy n="167" d="100"/>
        </p:scale>
        <p:origin x="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2306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44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474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84048" y="14173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 Context Retriever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84048" y="23317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End-to-end: resolving a payment failure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Amit Malik, Redis Solutions Architect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84048" y="477316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>
                    <a:alpha val="60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problem: the context layer breaks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agents fail in production even when the LLM reasoning is sound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 agents fail not because the model is wrong, but because the context layer breaks. Enterprise data is fragmented across systems, and teams patch this with text-to-SQL, OpenAPI-to-MCP wrappers, or hand-built tools per agent.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1444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That patchwork creates three recurring problems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71907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“Tool zoo” sprawl — a new hand-built tool for every agent, every data source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SQL injection / risk surface — agents that generate or execute SQL directly against production data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that can't reliably choose the right path — too many similar tools, no governed structure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4048" y="26791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contrast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2953512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Retriever gives agents a governed, schema-first surface they traverse safely — instead of guessing at SQL or calling a database directly.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1A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Context Retriever actually 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Model once, generate everywhere — the mechanics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93192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39496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 MODEL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9496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 entities, fields, and relationships once — via Python ContextModel classes, the ctxctl CLI, or the Cloud console UI. This is the only hand-authored artifact in the system.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392424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38728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2. GENERATE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92424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Retriever auto-generates a full MCP tool surface from that model: per-entity lookup/filter/search/count/summarize tools, plus relationship-traversal tools. Zero hand-written tool code.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9048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45352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91656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 INVOKE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45352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call the generated tools at runtime instead of writing SQL or touching Redis directly. Two key roles: admin keys provision (create/update the model); agent keys only invoke tools that already exist.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Our demo domain: payment failure resolution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4048" y="6949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 entities, 7 declared relationships — modeled once for this walkthrough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93192" y="128930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93192" y="152704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email, tier, city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423160" y="123444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496312" y="128930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PaymentMethod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96312" y="152704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customer_id, type, status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26280" y="123444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99432" y="128930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Transaction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99432" y="152704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customer_id,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payment_method_id, status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629400" y="123444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02552" y="128930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PaymentFailureEvent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02552" y="152704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transaction_id,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failure_code, gateway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26280" y="324612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99432" y="330098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SupportTicket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99432" y="353872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customer_id,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transaction_id, status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103120" y="1618488"/>
            <a:ext cx="320040" cy="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206240" y="1618488"/>
            <a:ext cx="320040" cy="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09360" y="1618488"/>
            <a:ext cx="320040" cy="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13248" y="2011680"/>
            <a:ext cx="0" cy="123444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207008" y="2011680"/>
            <a:ext cx="0" cy="1618488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207008" y="3630168"/>
            <a:ext cx="3319272" cy="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84048" y="41605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Customer 1:N PaymentMethod   •   Customer 1:N Transaction   •   Customer 1:N SupportTicket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PaymentMethod 1:N Transaction   •   Transaction 1:1 PaymentFailureEvent   •   Transaction 1:N SupportTicket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E8D260D-2CB6-D98B-DC6E-18993C6C86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422031"/>
            <a:ext cx="5699107" cy="4519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552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Field &amp; index detail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4048" y="6949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field's Redis index type, since that's what determines which generated tools exist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78992"/>
          <a:ext cx="8412480" cy="196596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Entity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 fields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Index types used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Customer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email, tier, city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text, tag, tag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PaymentMethod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customer_id (FK), type, last4, status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tag(FK), tag, text, tag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Transaction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customer_id (FK), payment_method_id (FK), amount, currency, status, created_at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tag(FK), tag(FK), numeric, tag, tag, numeric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PaymentFailureEvent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transaction_id (FK), customer_id (FK), failure_code, failure_reason, gateway, retry_count, occurred_at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tag(FK), tag(FK), tag, text, tag, numeric, numeric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SupportTicket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customer_id (FK), transaction_id (FK), status, priority, opened_at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tag(FK), tag(FK), tag, tag, numeric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4" name="Text 3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1A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it's declared in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ContextModel / ContextField / ContextRelationship — the only hand-authored artifact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3429000"/>
          </a:xfrm>
          <a:prstGeom prst="rect">
            <a:avLst/>
          </a:prstGeom>
          <a:solidFill>
            <a:srgbClr val="0D1B22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207008"/>
            <a:ext cx="7772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class Transaction(ContextModel):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__redis_key_template__ = "transaction:{id}"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id: str = ContextField(description="Transaction ID", is_key_component=True)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customer_id: str = ContextField(description="Customer ID", index="tag")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status: str = ContextField(index="tag", allowed_values=["succeeded","failed","pending"])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amount: float = ContextField(index="numeric")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customer: Any = ContextRelationship(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    description="Customer who made this transaction",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    target="Customer", source_field="customer_id",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Callout: relationships are not free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tested this live before trusting 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Relationships are NOT auto-inferred from field naming. A tag field named customer_id does not automatically create a relationship to Customer just because the name matches — we verified this by exporting the data model with only field-naming conventions in place and getting zero relationships back.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1591056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actually works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71907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relationship must be explicitly declared with ContextRelationship(target=..., source_field=...)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Confirmed against the bundled context_surfaces/examples/reddish_models.py reference file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Our models.py was fixed accordingly and re-verified via export_data_model before touching the live surface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actually got generated — before vs. after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4048" y="6949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Real tool counts from the live surface, captured before and after applying the model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78992"/>
          <a:ext cx="8412480" cy="18592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Before (bare Customer)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After (5-entity model)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Entities modeled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 (Customer, id only)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5 (Customer, PaymentMethod, Transaction, PaymentFailureEvent, SupportTicket)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Tools exposed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5 generic tools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28 tools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Tool types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get_customer_by_id + set-algebra only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get_*_by_id, filter_*, search_*_by_text, count_*, summarize_*, list_* for all 5 entities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Relationships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“this data model declares none”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7 real hops surfaced through expand_results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Hand-written tool code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n/a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Zero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1A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relationship hops, verbatim from the live API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expand_results tool schema, after the model update — not paraphrased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3429000"/>
          </a:xfrm>
          <a:prstGeom prst="rect">
            <a:avLst/>
          </a:prstGeom>
          <a:solidFill>
            <a:srgbClr val="0D1B22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207008"/>
            <a:ext cx="7772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"description": "Relationship to follow. Declared hops: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PaymentMethod set, 'customer' gives Customer;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Transaction set, 'customer' gives Customer;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Transaction set, 'payment_method' gives PaymentMethod;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PaymentFailureEvent set, 'transaction' gives Transaction;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PaymentFailureEvent set, 'customer' gives Customer;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SupportTicket set, 'customer' gives Customer;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SupportTicket set, 'transaction' gives Transaction."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data lives in Redis — as RedisJSON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Seeded through the documented ingestion path, then verified directly with redis-cli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22 records imported via UnifiedClient.import_data: 5 Customer, 5 PaymentMethod, 6 Transaction, 4 PaymentFailureEvent, 2 SupportTicket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import_data is the documented path — the package README explicitly warns against writing records directly to Redis unless you intend to manage the full storage/index contract yourself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entity is stored as a RedisJSON document at its declared key template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207568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Verified directly, not assumed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84048" y="2350008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redis-cli TYPE payment_failure:pf_3 → ReJSON-RL.  redis-cli JSON.GET payment_failure:pf_3 returns the exact fields declared on PaymentFailureEvent.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1A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28016" cy="128016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85216" y="274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CENTERPIECE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4048" y="5486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Resolving a real payment failure, live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prompt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an agent given only these generated MCP tools — no SQL, no direct Redis access — was asked to resolve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“Customer 1042’s payment just failed — what happened and what should we do?”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1444752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step below is a generated MCP tool call the agent chose and chained itself. There is no hand-written orchestration code for this logic — the tool surface came entirely from the entity model.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1A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Steps 1–3: identify the customer and the failure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Real tool calls and real responses from the live run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3429000"/>
          </a:xfrm>
          <a:prstGeom prst="rect">
            <a:avLst/>
          </a:prstGeom>
          <a:solidFill>
            <a:srgbClr val="0D1B22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207008"/>
            <a:ext cx="7772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get_customer_by_id(id="1042")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Sofia Moreno · Madrid · tier: enterprise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filter_transaction(customer_id="1042")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2 transactions, both status=failed, both €249,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both on payment_method_id=pm_5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filter_paymentfailureevent(customer_id="1042")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both failures: failure_code=card_expired,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gateway=stripe, card pm_5 status=expired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12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1A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Steps 4–5: pattern check, duplicate check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rules out a systemic incident and a duplicate before acting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3429000"/>
          </a:xfrm>
          <a:prstGeom prst="rect">
            <a:avLst/>
          </a:prstGeom>
          <a:solidFill>
            <a:srgbClr val="0D1B22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207008"/>
            <a:ext cx="7772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filter_paymentfailureevent(failure_code="card_expired")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Same 2 records only — not a wider gateway incident,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isolated to this customer's expired card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filter_supportticket(customer_id="1042")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0 open tickets — no duplicate risk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443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=== Answer ===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Expired card. Recurring, not one-off.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Isolated, not systemic. No duplicate ticket.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Correct action: prompt for a new card,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not a blind retry.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13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Governance, as designed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key types, and a tag-based scoping mechanism on agent keys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Admin keys provision — they create and update the entity model on a surface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keys only invoke tools that already exist — they cannot change the model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keys can carry access_tags, e.g. {"team": ["fraud-ops"]}, described in the docs as governing multi-tenant / row-level filtering — what an agent is allowed to see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91A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28016" cy="128016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85216" y="274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TESTING LIVE VS. TRUSTING DOCS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4048" y="5486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we verified — and what we couldn't confirm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Access-tag governance did not filter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Tested live against the actual service — reported plainly, not softened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created a second agent key with access_tags={"tier": ["standard"]} and queried the enterprise-tier customer (1042) with it — both directly via get_customer_by_id and via filter_customer.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1444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71907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Both calls returned the restricted enterprise-tier customer, unfiltered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Access-tag enforcement did not work as documented, in this preview build, in this test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needs following up with the Context Retriever team before relying on it for real governance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4048" y="26791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this matters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2953512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is the value of testing live rather than trusting docs alone — a governance claim that isn't verified against the real service is a claim, not a control.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15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91A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one entity model bought us — and what still needs verifying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93192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39496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FEWER HAND-BUILT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9496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model definition replaced what would've been 5+ hand-built tools per agent — across 5 entities and 7 relationships.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392424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38728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GOVERNED SURFACE, LIVE DATA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92424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get a governed MCP surface instead of raw DB/SQL access, backed by live Redis data — not stale embeddings.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9048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45352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91656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VERIFY, DON'T ASSUME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45352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Access-control claims should be verified per-deployment, not assumed from docs — exactly as this run demonstrated.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16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Demo code and spec: /Users/amitmalik/Claude-Code/demo/context-retriever-payment-failure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Follow up with the Context Retriever team on access-tag enforcement in this preview build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Try the OAuth Identity Provider path (access_tag_claims) as an alternative governance mechanism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Expand the model with a Merchant/Order entity for a fuller payments domain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Wire this MCP endpoint into a real agent — e.g. Claude Code via `claude mcp add`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17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2127</Words>
  <Application>Microsoft Macintosh PowerPoint</Application>
  <PresentationFormat>On-screen Show (16:9)</PresentationFormat>
  <Paragraphs>249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Space Grotesk</vt:lpstr>
      <vt:lpstr>Space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Amit Kumar Malik</cp:lastModifiedBy>
  <cp:revision>3</cp:revision>
  <dcterms:created xsi:type="dcterms:W3CDTF">2026-09-10T09:26:35Z</dcterms:created>
  <dcterms:modified xsi:type="dcterms:W3CDTF">2026-09-23T08:13:59Z</dcterms:modified>
</cp:coreProperties>
</file>